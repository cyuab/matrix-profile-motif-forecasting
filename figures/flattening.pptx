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2728"/>
    <a:srgbClr val="1F77B4"/>
    <a:srgbClr val="E37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4"/>
    <p:restoredTop sz="94639"/>
  </p:normalViewPr>
  <p:slideViewPr>
    <p:cSldViewPr snapToGrid="0">
      <p:cViewPr varScale="1">
        <p:scale>
          <a:sx n="172" d="100"/>
          <a:sy n="172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2AD1B-ACFF-AC48-A573-E59A53D2D2BF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A980D-13D7-2E4D-BABF-EAAC9423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2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A980D-13D7-2E4D-BABF-EAAC94239B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21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EAC5-1B80-252C-BBDF-182C18E73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B0772-BFEF-D9CC-9E0F-2821555C9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D98A7-9A10-9292-51EF-8B28A2CCB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7780E-DFCE-2C3B-E47A-44E871F8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648D2-D0C7-1513-BF35-9B3848CD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5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F293-9A41-F60F-5399-DF7099E6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974FC-C4A1-6309-A10D-B07ECA76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15C04-5EBC-D4B8-41FC-5FE0657D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B957-3928-52DE-5DD7-0AF19CFE3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720F1-6F38-2857-42F3-C10081D3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2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A5BD6-58AC-7DE6-2207-6276F034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7796E-9AA7-E07D-0777-26EDE1FCD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AE586-4458-0675-E3ED-EB3CF370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0DA43-CE5A-657A-B1C9-D502F952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7C244-B329-9FA6-36E7-66B8778A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2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05DA-F214-4356-E04C-811ABD1E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D6511-3F62-13FB-1DF9-C451297EB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46DB5-AEAC-9BC9-12DB-CDDF31AC3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1409D-29C4-AC54-C8E8-74F2A65D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8A095-672B-4EF7-6A52-96C89CA6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9BEBD-48EE-F2BB-5C1B-CB1C09B5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7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50B6-6545-D96C-A184-494CCA04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1DF61-89DC-4206-12C5-64047E1FF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55A12-47A4-0E59-37D3-123774828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E99F6-6491-56D6-F829-95263CA8D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76592-2C9C-3987-A6EC-E6BDD1F9B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584E49-8BFB-68D0-43A8-512DF7B0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5D824-9331-3454-2514-57F363AC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C3B0B-2ACA-18CC-3BB5-CD9AF500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6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C799-3E1E-82E0-9846-AE04C574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6A03D1-DDC8-EDC4-0D40-3AFCCF7AF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526D3-F2D2-58CB-E99B-B1EE6A7F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6C42B-F4D3-8074-E695-E036EFCF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6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3E693-B40B-EA83-88C3-13F5D118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7C101-4778-2E12-E555-759D4753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F081B-DB22-2AA3-A0A4-4B4D8098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0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EB82-B672-5D0D-9CD0-53241CD0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CBB28-4DAC-D0C5-D55B-6065BCC3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4F686-0031-022B-9BF0-64AFD698A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13085-9D29-9423-445E-52308455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71FF7-F0ED-6469-47E1-305165475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4C124-4D91-A845-044E-63996F1F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57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2BD7-ABC8-169B-457F-A7478C5E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A10DD5-6992-3B27-5F34-16727E2FE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D1996-9573-2953-38C0-9E2FAC2A5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EDB8E-A41B-F8AB-FD7D-E2A3DA9E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87D0A-29EF-FB93-55BD-84A22E2B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47E9C-7EF5-C39B-FBAB-90A3BD3D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A1EE-FC7D-E611-0555-E5AA47A5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BC8DA-D42E-8467-280E-AA29CDFA2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2AB98-A0AC-A232-5422-69491D23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FF683-4860-6130-43FF-1B33DC3D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DBDF6-98E4-B298-74D6-2F39E068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10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6CD30-32FF-4EB9-AA2A-C108D8548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D529F-027D-9CC4-7133-ACD93C9F0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A5218-1054-008F-3E5C-21C4E3BC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59C5-3F9A-5981-9D2E-F4024E12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BDA12-8670-0719-C841-C648EFFF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89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D8111-DF9B-34C7-72AB-407AC0B1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ABA5A-E38E-16F6-CCED-D45226DB5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66018-9BA0-B5E7-B8C8-ECC0039F1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A1132-0817-C444-A38D-920E5C58AEEF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F5B5B-75B7-E5AD-1E9C-34C0C0987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48291-B9EB-B2A1-43EA-F09A9D03C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191DA-5ED1-C640-A84B-65D00AE48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7E5DA9-1024-2E22-453D-678A29BD97EB}"/>
                  </a:ext>
                </a:extLst>
              </p:cNvPr>
              <p:cNvSpPr txBox="1"/>
              <p:nvPr/>
            </p:nvSpPr>
            <p:spPr>
              <a:xfrm>
                <a:off x="2615707" y="2362694"/>
                <a:ext cx="21207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D627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D62728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D62728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7E5DA9-1024-2E22-453D-678A29BD9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707" y="2362694"/>
                <a:ext cx="2120709" cy="276999"/>
              </a:xfrm>
              <a:prstGeom prst="rect">
                <a:avLst/>
              </a:prstGeom>
              <a:blipFill>
                <a:blip r:embed="rId3"/>
                <a:stretch>
                  <a:fillRect l="-2381" r="-2381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5C52AD-EF5F-AC89-1BF9-4A41FE6B2222}"/>
                  </a:ext>
                </a:extLst>
              </p:cNvPr>
              <p:cNvSpPr txBox="1"/>
              <p:nvPr/>
            </p:nvSpPr>
            <p:spPr>
              <a:xfrm>
                <a:off x="2601847" y="3015372"/>
                <a:ext cx="2126416" cy="292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5C52AD-EF5F-AC89-1BF9-4A41FE6B2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847" y="3015372"/>
                <a:ext cx="2126416" cy="292003"/>
              </a:xfrm>
              <a:prstGeom prst="rect">
                <a:avLst/>
              </a:prstGeom>
              <a:blipFill>
                <a:blip r:embed="rId4"/>
                <a:stretch>
                  <a:fillRect l="-59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4CC367-3F8E-7FD7-B2A4-A35982FE8304}"/>
                  </a:ext>
                </a:extLst>
              </p:cNvPr>
              <p:cNvSpPr txBox="1"/>
              <p:nvPr/>
            </p:nvSpPr>
            <p:spPr>
              <a:xfrm>
                <a:off x="2597449" y="3554492"/>
                <a:ext cx="2180212" cy="292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4CC367-3F8E-7FD7-B2A4-A35982FE8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449" y="3554492"/>
                <a:ext cx="2180212" cy="292131"/>
              </a:xfrm>
              <a:prstGeom prst="rect">
                <a:avLst/>
              </a:prstGeom>
              <a:blipFill>
                <a:blip r:embed="rId5"/>
                <a:stretch>
                  <a:fillRect l="-1156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284953-F27C-DFC2-D65E-0EC2C77760C1}"/>
                  </a:ext>
                </a:extLst>
              </p:cNvPr>
              <p:cNvSpPr txBox="1"/>
              <p:nvPr/>
            </p:nvSpPr>
            <p:spPr>
              <a:xfrm>
                <a:off x="3583503" y="3249059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284953-F27C-DFC2-D65E-0EC2C7776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503" y="3249059"/>
                <a:ext cx="22602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C99E05-CDFC-A1CA-2F73-B8CF30019055}"/>
              </a:ext>
            </a:extLst>
          </p:cNvPr>
          <p:cNvCxnSpPr/>
          <p:nvPr/>
        </p:nvCxnSpPr>
        <p:spPr>
          <a:xfrm>
            <a:off x="5120239" y="3285914"/>
            <a:ext cx="649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61E44F-0C9A-0C9E-2600-9E89205FC8A6}"/>
              </a:ext>
            </a:extLst>
          </p:cNvPr>
          <p:cNvSpPr txBox="1"/>
          <p:nvPr/>
        </p:nvSpPr>
        <p:spPr>
          <a:xfrm>
            <a:off x="4884617" y="2914755"/>
            <a:ext cx="112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C89E95-B9AC-3633-3727-DD9E7BB56A46}"/>
                  </a:ext>
                </a:extLst>
              </p:cNvPr>
              <p:cNvSpPr txBox="1"/>
              <p:nvPr/>
            </p:nvSpPr>
            <p:spPr>
              <a:xfrm>
                <a:off x="6046858" y="3095717"/>
                <a:ext cx="3420744" cy="292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D6272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D62728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D62728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C89E95-B9AC-3633-3727-DD9E7BB56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858" y="3095717"/>
                <a:ext cx="3420744" cy="292131"/>
              </a:xfrm>
              <a:prstGeom prst="rect">
                <a:avLst/>
              </a:prstGeom>
              <a:blipFill>
                <a:blip r:embed="rId7"/>
                <a:stretch>
                  <a:fillRect l="-148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FC679463-308F-D3DB-0C31-7BF11C142B85}"/>
              </a:ext>
            </a:extLst>
          </p:cNvPr>
          <p:cNvSpPr/>
          <p:nvPr/>
        </p:nvSpPr>
        <p:spPr>
          <a:xfrm rot="16200000">
            <a:off x="3560499" y="1241596"/>
            <a:ext cx="133612" cy="205836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DB607A63-B3D0-2180-5ECB-708F7665A705}"/>
              </a:ext>
            </a:extLst>
          </p:cNvPr>
          <p:cNvSpPr/>
          <p:nvPr/>
        </p:nvSpPr>
        <p:spPr>
          <a:xfrm>
            <a:off x="2421547" y="2377121"/>
            <a:ext cx="136050" cy="27699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9E200AB2-440F-FBFF-925B-EEB39542537F}"/>
              </a:ext>
            </a:extLst>
          </p:cNvPr>
          <p:cNvSpPr/>
          <p:nvPr/>
        </p:nvSpPr>
        <p:spPr>
          <a:xfrm>
            <a:off x="2420154" y="2712385"/>
            <a:ext cx="136050" cy="113423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D44B454-2D81-FBD2-29B7-4DC1BAF88BA3}"/>
              </a:ext>
            </a:extLst>
          </p:cNvPr>
          <p:cNvSpPr/>
          <p:nvPr/>
        </p:nvSpPr>
        <p:spPr>
          <a:xfrm>
            <a:off x="4409163" y="2700286"/>
            <a:ext cx="336997" cy="1185286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99F5CF-270D-ED21-27E3-0039B0B4BBF3}"/>
                  </a:ext>
                </a:extLst>
              </p:cNvPr>
              <p:cNvSpPr txBox="1"/>
              <p:nvPr/>
            </p:nvSpPr>
            <p:spPr>
              <a:xfrm>
                <a:off x="4516108" y="3687699"/>
                <a:ext cx="45382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Covariates of the last time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D6272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D6272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D6272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D6272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this window 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99F5CF-270D-ED21-27E3-0039B0B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108" y="3687699"/>
                <a:ext cx="4538213" cy="646331"/>
              </a:xfrm>
              <a:prstGeom prst="rect">
                <a:avLst/>
              </a:prstGeom>
              <a:blipFill>
                <a:blip r:embed="rId8"/>
                <a:stretch>
                  <a:fillRect t="-3846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0542515-09FB-B0D0-1069-CA078FAD20D3}"/>
              </a:ext>
            </a:extLst>
          </p:cNvPr>
          <p:cNvSpPr txBox="1"/>
          <p:nvPr/>
        </p:nvSpPr>
        <p:spPr>
          <a:xfrm>
            <a:off x="1589588" y="2330954"/>
            <a:ext cx="856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2E2DE-7B45-53E6-EFF5-BD031BFB4B64}"/>
              </a:ext>
            </a:extLst>
          </p:cNvPr>
          <p:cNvSpPr txBox="1"/>
          <p:nvPr/>
        </p:nvSpPr>
        <p:spPr>
          <a:xfrm>
            <a:off x="1308658" y="307186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Covariates</a:t>
            </a:r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66906A40-FA8D-AF1B-26DD-126921E710B6}"/>
              </a:ext>
            </a:extLst>
          </p:cNvPr>
          <p:cNvSpPr/>
          <p:nvPr/>
        </p:nvSpPr>
        <p:spPr>
          <a:xfrm rot="5400000">
            <a:off x="8745013" y="2849963"/>
            <a:ext cx="133611" cy="120938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88D872EC-4D8A-6D27-3C82-1DB153D85E64}"/>
              </a:ext>
            </a:extLst>
          </p:cNvPr>
          <p:cNvCxnSpPr>
            <a:cxnSpLocks/>
          </p:cNvCxnSpPr>
          <p:nvPr/>
        </p:nvCxnSpPr>
        <p:spPr>
          <a:xfrm flipV="1">
            <a:off x="4777661" y="3521463"/>
            <a:ext cx="4034158" cy="179095"/>
          </a:xfrm>
          <a:prstGeom prst="bentConnector4">
            <a:avLst>
              <a:gd name="adj1" fmla="val -781"/>
              <a:gd name="adj2" fmla="val 98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770FD08-F2A8-5325-4A3E-17CFE0365BD7}"/>
                  </a:ext>
                </a:extLst>
              </p:cNvPr>
              <p:cNvSpPr txBox="1"/>
              <p:nvPr/>
            </p:nvSpPr>
            <p:spPr>
              <a:xfrm>
                <a:off x="2294856" y="1879179"/>
                <a:ext cx="266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window with length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770FD08-F2A8-5325-4A3E-17CFE0365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856" y="1879179"/>
                <a:ext cx="2664897" cy="369332"/>
              </a:xfrm>
              <a:prstGeom prst="rect">
                <a:avLst/>
              </a:prstGeom>
              <a:blipFill>
                <a:blip r:embed="rId9"/>
                <a:stretch>
                  <a:fillRect l="-1896" t="-6452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C63335-2C83-B4C6-9EC6-F49262A47476}"/>
              </a:ext>
            </a:extLst>
          </p:cNvPr>
          <p:cNvCxnSpPr>
            <a:cxnSpLocks/>
          </p:cNvCxnSpPr>
          <p:nvPr/>
        </p:nvCxnSpPr>
        <p:spPr>
          <a:xfrm>
            <a:off x="8083506" y="2652183"/>
            <a:ext cx="0" cy="4370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55C19C6B-AC0D-D4CC-D081-8D28E5DAF218}"/>
              </a:ext>
            </a:extLst>
          </p:cNvPr>
          <p:cNvSpPr txBox="1"/>
          <p:nvPr/>
        </p:nvSpPr>
        <p:spPr>
          <a:xfrm>
            <a:off x="8115706" y="2669154"/>
            <a:ext cx="192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Predictor-response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EE9D41C-986A-5F0C-7BEF-4D1578BD8887}"/>
                  </a:ext>
                </a:extLst>
              </p:cNvPr>
              <p:cNvSpPr txBox="1"/>
              <p:nvPr/>
            </p:nvSpPr>
            <p:spPr>
              <a:xfrm>
                <a:off x="7171974" y="2296749"/>
                <a:ext cx="18230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EE9D41C-986A-5F0C-7BEF-4D1578BD8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974" y="2296749"/>
                <a:ext cx="1823063" cy="276999"/>
              </a:xfrm>
              <a:prstGeom prst="rect">
                <a:avLst/>
              </a:prstGeom>
              <a:blipFill>
                <a:blip r:embed="rId10"/>
                <a:stretch>
                  <a:fillRect l="-2759" r="-2069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55CE37F-CDC0-A7EC-1392-8A0AE43DB075}"/>
                  </a:ext>
                </a:extLst>
              </p:cNvPr>
              <p:cNvSpPr txBox="1"/>
              <p:nvPr/>
            </p:nvSpPr>
            <p:spPr>
              <a:xfrm>
                <a:off x="6096000" y="1573964"/>
                <a:ext cx="41078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corresponding output (horizon) with length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55CE37F-CDC0-A7EC-1392-8A0AE43DB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73964"/>
                <a:ext cx="4107882" cy="646331"/>
              </a:xfrm>
              <a:prstGeom prst="rect">
                <a:avLst/>
              </a:prstGeom>
              <a:blipFill>
                <a:blip r:embed="rId11"/>
                <a:stretch>
                  <a:fillRect t="-3846" r="-30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ight Brace 80">
            <a:extLst>
              <a:ext uri="{FF2B5EF4-FFF2-40B4-BE49-F238E27FC236}">
                <a16:creationId xmlns:a16="http://schemas.microsoft.com/office/drawing/2014/main" id="{AD7D7400-1A60-0444-5BB7-3017A72BA074}"/>
              </a:ext>
            </a:extLst>
          </p:cNvPr>
          <p:cNvSpPr/>
          <p:nvPr/>
        </p:nvSpPr>
        <p:spPr>
          <a:xfrm rot="16200000">
            <a:off x="7980379" y="1415880"/>
            <a:ext cx="120029" cy="17249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8178F6-DA49-B972-5E56-BBB9CAF81126}"/>
                  </a:ext>
                </a:extLst>
              </p:cNvPr>
              <p:cNvSpPr txBox="1"/>
              <p:nvPr/>
            </p:nvSpPr>
            <p:spPr>
              <a:xfrm>
                <a:off x="2564442" y="2701085"/>
                <a:ext cx="2200666" cy="291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Sup>
                        <m:sSubSupPr>
                          <m:ctrlPr>
                            <a:rPr lang="en-US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1F77B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8178F6-DA49-B972-5E56-BBB9CAF81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442" y="2701085"/>
                <a:ext cx="2200666" cy="291426"/>
              </a:xfrm>
              <a:prstGeom prst="rect">
                <a:avLst/>
              </a:prstGeom>
              <a:blipFill>
                <a:blip r:embed="rId12"/>
                <a:stretch>
                  <a:fillRect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28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75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8</cp:revision>
  <dcterms:created xsi:type="dcterms:W3CDTF">2026-01-05T07:44:08Z</dcterms:created>
  <dcterms:modified xsi:type="dcterms:W3CDTF">2026-01-07T15:13:46Z</dcterms:modified>
</cp:coreProperties>
</file>